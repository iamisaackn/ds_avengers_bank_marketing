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7bdef08e5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7bdef08e5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7bdef08e5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7bdef08e5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7bdef08e5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7bdef08e5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7bdef08e5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7bdef08e5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7bdef08e5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7bdef08e5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7bdef08e5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7bdef08e5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7bdef08e5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7bdef08e5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7bdef08e5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7bdef08e5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7bdef08e5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7bdef08e5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7bdef08e5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7bdef08e5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7bdef08e5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7bdef08e5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7bdef08e5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7bdef08e5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741700" y="29075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Bank Marketing Campaign: Predictive Analytics</a:t>
            </a:r>
            <a:endParaRPr b="1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924650" y="2200200"/>
            <a:ext cx="4335300" cy="24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Members</a:t>
            </a:r>
            <a:r>
              <a:rPr lang="en" sz="1800"/>
              <a:t>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Diana Olulo - 1046050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Isaac Kinyanjui Ngugi- 1049049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Josephine Were - 1049083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Buheli Esther Taifa - 1049093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Brayan Mwangi-1049399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Abigael Kirimi - 1049507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Business </a:t>
            </a:r>
            <a:r>
              <a:rPr b="1" lang="en"/>
              <a:t>Problem</a:t>
            </a:r>
            <a:endParaRPr b="1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35555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Banks spend significant resources on marketing campaigns, but most calls end without success. This leads to wasted time, money, and reduced customer trust.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main problem is how to predict which clients are more likely to subscribe to a term deposit, so that campaigns can be more targeted and cost-effective.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Stakeholders Include: Bank management,Marketing teams, Customers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960800" y="3473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Research Questions</a:t>
            </a:r>
            <a:endParaRPr b="1"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100125" y="12076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What customer demographic and financial characteristics influence subscription decisions?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How do campaign-related variables affect customer response?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Can we build a model that accurately predicts whether a client will subscribe to a term deposit?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Which features are the most important for prediction?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50450" y="100475"/>
            <a:ext cx="2845200" cy="6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Overview</a:t>
            </a:r>
            <a:endParaRPr b="1"/>
          </a:p>
        </p:txBody>
      </p:sp>
      <p:sp>
        <p:nvSpPr>
          <p:cNvPr id="153" name="Google Shape;153;p16"/>
          <p:cNvSpPr txBox="1"/>
          <p:nvPr/>
        </p:nvSpPr>
        <p:spPr>
          <a:xfrm>
            <a:off x="220125" y="1497775"/>
            <a:ext cx="6549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</a:pPr>
            <a:r>
              <a:rPr b="1"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Dataset:</a:t>
            </a: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Bank Marketing – UCI Repository (bank-additional-full.csv)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</a:pPr>
            <a:r>
              <a:rPr b="1"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Records: </a:t>
            </a: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45,211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</a:pPr>
            <a:r>
              <a:rPr b="1"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Features:</a:t>
            </a: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Age, job, marital status, education, default, balance, loans, contact type, campaign details, previous outcomes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</a:pPr>
            <a:r>
              <a:rPr b="1"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Target:</a:t>
            </a: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y = client subscription status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Yes → client subscribed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 →</a:t>
            </a: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client did not subscribe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</a:pPr>
            <a:r>
              <a:rPr b="1"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Purpose:</a:t>
            </a: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Predict whether a client will subscribe to a term deposit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69650" y="986900"/>
            <a:ext cx="6734100" cy="378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Data Collection: Bank Marketing dataset (41,188 records, 20 attributes)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Preprocessing: Handle missing values, encode categorical data, scale features, split train/test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Modeling: Logistic Regression, Random Forest, XGBoost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Evaluation: Accuracy, Precision, Recall, F1-Score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Insights: Feature importance analysis &amp; campaign optimization recommendations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476025" y="185775"/>
            <a:ext cx="34368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Methodology</a:t>
            </a:r>
            <a:endParaRPr b="1" sz="3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Objectives</a:t>
            </a:r>
            <a:endParaRPr b="1"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044950"/>
            <a:ext cx="7038900" cy="3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Main Objective:</a:t>
            </a:r>
            <a:r>
              <a:rPr lang="en" sz="1800"/>
              <a:t> To build a predictive classification model that determines whether a client will subscribe to a term deposit.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/>
              <a:t>Specific Objectives:</a:t>
            </a:r>
            <a:endParaRPr b="1" sz="18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Perform data preprocessing (cleaning, handling missing values, encoding).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Conduct exploratory data analysis (EDA) to identify trends and patterns.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Provide conclusions and recommendations for banking decision-makers.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425" y="731450"/>
            <a:ext cx="7721050" cy="325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717300" y="4075325"/>
            <a:ext cx="7593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Observations:</a:t>
            </a: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Subscription rates are higher among middle-aged, married, and educated clients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673425" y="81275"/>
            <a:ext cx="74472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Research Question 1 – Customer Characteristics</a:t>
            </a:r>
            <a:endParaRPr b="1"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75" y="887238"/>
            <a:ext cx="8782050" cy="26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371550" y="3738625"/>
            <a:ext cx="8440800" cy="12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Observations:</a:t>
            </a:r>
            <a:endParaRPr b="1"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Blue-collar and management roles dominate in volume but have low-to-high subscription conversion. 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Retired and unemployed groups show the lowest subscription interest.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64050" y="0"/>
            <a:ext cx="7839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Research Question 1 – Customer Characteristics</a:t>
            </a:r>
            <a:endParaRPr b="1" sz="2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6550" y="714175"/>
            <a:ext cx="8991600" cy="324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195450" y="3956550"/>
            <a:ext cx="8649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Most individuals received fewer contacts, with distributions concentrated around 1–2 contacts for both subscription outcomes. Subscribed clients show slightly more spread, suggesting that multiple contacts may improve conversion likelihood. 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-97675" y="73275"/>
            <a:ext cx="89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Research Question 2 – Campaign Variables</a:t>
            </a:r>
            <a:endParaRPr b="1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8075"/>
            <a:ext cx="7258049" cy="406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 txBox="1"/>
          <p:nvPr/>
        </p:nvSpPr>
        <p:spPr>
          <a:xfrm>
            <a:off x="451825" y="195375"/>
            <a:ext cx="51411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Model Performance and Evaluation</a:t>
            </a:r>
            <a:endParaRPr b="1"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Model Selection</a:t>
            </a:r>
            <a:endParaRPr b="1"/>
          </a:p>
        </p:txBody>
      </p:sp>
      <p:sp>
        <p:nvSpPr>
          <p:cNvPr id="198" name="Google Shape;198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It gives the most balanced results overall.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It misses fewer important cases than Logistic Regression.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It is more reliable and consistent than XGBoost.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Conclusion</a:t>
            </a:r>
            <a:endParaRPr b="1"/>
          </a:p>
        </p:txBody>
      </p:sp>
      <p:sp>
        <p:nvSpPr>
          <p:cNvPr id="204" name="Google Shape;204;p24"/>
          <p:cNvSpPr txBox="1"/>
          <p:nvPr>
            <p:ph idx="1" type="body"/>
          </p:nvPr>
        </p:nvSpPr>
        <p:spPr>
          <a:xfrm>
            <a:off x="134325" y="1196725"/>
            <a:ext cx="8557800" cy="38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Customer Characteristics: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Age, education level, and financial status (e.g., housing or personal loan) influence subscription. More educated clients showed higher subscription likelihood.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Campaign Variables: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Contact duration and the number of recent contacts were strong predictors—longer and more recent interactions increased subscription chances.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Economic Factors: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Indicators such as employment variation rate and consumer confidence had subtle but notable effects on customer responsiveness.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Recommendations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0" name="Google Shape;210;p25"/>
          <p:cNvSpPr txBox="1"/>
          <p:nvPr>
            <p:ph idx="1" type="body"/>
          </p:nvPr>
        </p:nvSpPr>
        <p:spPr>
          <a:xfrm>
            <a:off x="451825" y="1567550"/>
            <a:ext cx="83406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Prioritize High-Probability Customers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Improve Contact Strategies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Focus on contacts that have longer durations or recent activity to increase engagement success.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Use Predictive Models in Campaigns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Integrate high-performing models like Random Forest into marketing workflows to optimize targeting and maximize ROI.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Optimize Timing Using Economic Signals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